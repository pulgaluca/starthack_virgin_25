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Flatory Sans Condensed Bold" panose="020B0604020202020204" charset="-34"/>
      <p:regular r:id="rId10"/>
    </p:embeddedFont>
    <p:embeddedFont>
      <p:font typeface="Open Sans 1 Bold" panose="020B0604020202020204" charset="0"/>
      <p:regular r:id="rId11"/>
    </p:embeddedFont>
    <p:embeddedFont>
      <p:font typeface="Open Sans 2 Bold" panose="020B0604020202020204" charset="0"/>
      <p:regular r:id="rId12"/>
    </p:embeddedFont>
    <p:embeddedFont>
      <p:font typeface="Open Sans 2 Semi-Bold" panose="020B0604020202020204" charset="0"/>
      <p:regular r:id="rId13"/>
    </p:embeddedFont>
    <p:embeddedFont>
      <p:font typeface="Open Sans 2 Semi-Bold Italic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365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.png"/><Relationship Id="rId5" Type="http://schemas.openxmlformats.org/officeDocument/2006/relationships/image" Target="../media/image8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video" Target="../media/media6.mp4"/><Relationship Id="rId13" Type="http://schemas.openxmlformats.org/officeDocument/2006/relationships/image" Target="../media/image10.jpeg"/><Relationship Id="rId3" Type="http://schemas.microsoft.com/office/2007/relationships/media" Target="../media/media4.mp4"/><Relationship Id="rId7" Type="http://schemas.microsoft.com/office/2007/relationships/media" Target="../media/media6.mp4"/><Relationship Id="rId12" Type="http://schemas.openxmlformats.org/officeDocument/2006/relationships/image" Target="../media/image2.png"/><Relationship Id="rId17" Type="http://schemas.openxmlformats.org/officeDocument/2006/relationships/image" Target="../media/image12.jpeg"/><Relationship Id="rId2" Type="http://schemas.openxmlformats.org/officeDocument/2006/relationships/video" Target="../media/media3.mp4"/><Relationship Id="rId16" Type="http://schemas.openxmlformats.org/officeDocument/2006/relationships/image" Target="../media/image11.jpeg"/><Relationship Id="rId1" Type="http://schemas.microsoft.com/office/2007/relationships/media" Target="../media/media3.mp4"/><Relationship Id="rId6" Type="http://schemas.openxmlformats.org/officeDocument/2006/relationships/video" Target="../media/media5.mp4"/><Relationship Id="rId11" Type="http://schemas.openxmlformats.org/officeDocument/2006/relationships/slideLayout" Target="../slideLayouts/slideLayout7.xml"/><Relationship Id="rId5" Type="http://schemas.microsoft.com/office/2007/relationships/media" Target="../media/media5.mp4"/><Relationship Id="rId15" Type="http://schemas.openxmlformats.org/officeDocument/2006/relationships/image" Target="../media/image8.jpeg"/><Relationship Id="rId10" Type="http://schemas.openxmlformats.org/officeDocument/2006/relationships/video" Target="../media/media7.mp4"/><Relationship Id="rId4" Type="http://schemas.openxmlformats.org/officeDocument/2006/relationships/video" Target="../media/media4.mp4"/><Relationship Id="rId9" Type="http://schemas.microsoft.com/office/2007/relationships/media" Target="../media/media7.mp4"/><Relationship Id="rId1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14629" y="3462098"/>
            <a:ext cx="5796202" cy="5796202"/>
          </a:xfrm>
          <a:custGeom>
            <a:avLst/>
            <a:gdLst/>
            <a:ahLst/>
            <a:cxnLst/>
            <a:rect l="l" t="t" r="r" b="b"/>
            <a:pathLst>
              <a:path w="5796202" h="5796202">
                <a:moveTo>
                  <a:pt x="0" y="0"/>
                </a:moveTo>
                <a:lnTo>
                  <a:pt x="5796202" y="0"/>
                </a:lnTo>
                <a:lnTo>
                  <a:pt x="5796202" y="5796202"/>
                </a:lnTo>
                <a:lnTo>
                  <a:pt x="0" y="5796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2361227"/>
          </a:xfrm>
          <a:custGeom>
            <a:avLst/>
            <a:gdLst/>
            <a:ahLst/>
            <a:cxnLst/>
            <a:rect l="l" t="t" r="r" b="b"/>
            <a:pathLst>
              <a:path w="18288000" h="2361227">
                <a:moveTo>
                  <a:pt x="0" y="0"/>
                </a:moveTo>
                <a:lnTo>
                  <a:pt x="18288000" y="0"/>
                </a:lnTo>
                <a:lnTo>
                  <a:pt x="18288000" y="2361227"/>
                </a:lnTo>
                <a:lnTo>
                  <a:pt x="0" y="23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9870" r="-775" b="-8062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3477169" y="3462098"/>
            <a:ext cx="5759826" cy="5748307"/>
          </a:xfrm>
          <a:custGeom>
            <a:avLst/>
            <a:gdLst/>
            <a:ahLst/>
            <a:cxnLst/>
            <a:rect l="l" t="t" r="r" b="b"/>
            <a:pathLst>
              <a:path w="5759826" h="5748307">
                <a:moveTo>
                  <a:pt x="0" y="0"/>
                </a:moveTo>
                <a:lnTo>
                  <a:pt x="5759826" y="0"/>
                </a:lnTo>
                <a:lnTo>
                  <a:pt x="5759826" y="5748307"/>
                </a:lnTo>
                <a:lnTo>
                  <a:pt x="0" y="574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819956" y="2959215"/>
            <a:ext cx="12389346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AA021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Sustainability in Action: Empowering Activism Through Radical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58805" y="8734757"/>
            <a:ext cx="1398447" cy="1395650"/>
          </a:xfrm>
          <a:custGeom>
            <a:avLst/>
            <a:gdLst/>
            <a:ahLst/>
            <a:cxnLst/>
            <a:rect l="l" t="t" r="r" b="b"/>
            <a:pathLst>
              <a:path w="1398447" h="1395650">
                <a:moveTo>
                  <a:pt x="0" y="0"/>
                </a:moveTo>
                <a:lnTo>
                  <a:pt x="1398446" y="0"/>
                </a:lnTo>
                <a:lnTo>
                  <a:pt x="1398446" y="1395649"/>
                </a:lnTo>
                <a:lnTo>
                  <a:pt x="0" y="1395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0748664" y="4775273"/>
            <a:ext cx="3684127" cy="368412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0A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16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Sustainable</a:t>
              </a:r>
            </a:p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community building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855208" y="4775273"/>
            <a:ext cx="3684127" cy="368412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0A0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369" y="42853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 dirty="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Centralization of Companies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0"/>
            <a:ext cx="18288000" cy="2361227"/>
          </a:xfrm>
          <a:custGeom>
            <a:avLst/>
            <a:gdLst/>
            <a:ahLst/>
            <a:cxnLst/>
            <a:rect l="l" t="t" r="r" b="b"/>
            <a:pathLst>
              <a:path w="18288000" h="2361227">
                <a:moveTo>
                  <a:pt x="0" y="0"/>
                </a:moveTo>
                <a:lnTo>
                  <a:pt x="18288000" y="0"/>
                </a:lnTo>
                <a:lnTo>
                  <a:pt x="18288000" y="2361227"/>
                </a:lnTo>
                <a:lnTo>
                  <a:pt x="0" y="2361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9870" r="-775" b="-8062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381000" y="3175578"/>
            <a:ext cx="5429648" cy="785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46"/>
              </a:lnSpc>
            </a:pPr>
            <a:r>
              <a:rPr lang="en-US" sz="6000" b="1" dirty="0">
                <a:solidFill>
                  <a:srgbClr val="E10A0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THE PROBLEM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20369B58-3C80-B2C1-DB64-0FA4F3C582A5}"/>
              </a:ext>
            </a:extLst>
          </p:cNvPr>
          <p:cNvSpPr/>
          <p:nvPr/>
        </p:nvSpPr>
        <p:spPr>
          <a:xfrm flipV="1">
            <a:off x="-447476" y="4000500"/>
            <a:ext cx="7086600" cy="29314"/>
          </a:xfrm>
          <a:prstGeom prst="line">
            <a:avLst/>
          </a:prstGeom>
          <a:ln w="104775" cap="flat">
            <a:solidFill>
              <a:srgbClr val="E10A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58805" y="8734757"/>
            <a:ext cx="1398447" cy="1395650"/>
          </a:xfrm>
          <a:custGeom>
            <a:avLst/>
            <a:gdLst/>
            <a:ahLst/>
            <a:cxnLst/>
            <a:rect l="l" t="t" r="r" b="b"/>
            <a:pathLst>
              <a:path w="1398447" h="1395650">
                <a:moveTo>
                  <a:pt x="0" y="0"/>
                </a:moveTo>
                <a:lnTo>
                  <a:pt x="1398446" y="0"/>
                </a:lnTo>
                <a:lnTo>
                  <a:pt x="1398446" y="1395649"/>
                </a:lnTo>
                <a:lnTo>
                  <a:pt x="0" y="139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AutoShape 3"/>
          <p:cNvSpPr/>
          <p:nvPr/>
        </p:nvSpPr>
        <p:spPr>
          <a:xfrm>
            <a:off x="-392180" y="4131430"/>
            <a:ext cx="6492240" cy="0"/>
          </a:xfrm>
          <a:prstGeom prst="line">
            <a:avLst/>
          </a:prstGeom>
          <a:ln w="104775" cap="flat">
            <a:solidFill>
              <a:srgbClr val="E10A0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pic>
        <p:nvPicPr>
          <p:cNvPr id="4" name="Picture 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10122596" y="2588698"/>
            <a:ext cx="3454411" cy="748455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04342" y="4802641"/>
            <a:ext cx="6736457" cy="828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7893" lvl="1" indent="-528947" algn="l">
              <a:lnSpc>
                <a:spcPts val="6859"/>
              </a:lnSpc>
              <a:spcBef>
                <a:spcPct val="0"/>
              </a:spcBef>
              <a:buFont typeface="Arial"/>
              <a:buChar char="•"/>
            </a:pPr>
            <a:r>
              <a:rPr lang="en-US" sz="4899" b="1" dirty="0">
                <a:solidFill>
                  <a:srgbClr val="E31E2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INTUITIVE </a:t>
            </a:r>
            <a:r>
              <a:rPr lang="en-US" sz="48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278383"/>
            <a:ext cx="575798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i="1">
                <a:solidFill>
                  <a:srgbClr val="E31E23"/>
                </a:solidFill>
                <a:latin typeface="Open Sans 2 Semi-Bold Italics"/>
                <a:ea typeface="Open Sans 2 Semi-Bold Italics"/>
                <a:cs typeface="Open Sans 2 Semi-Bold Italics"/>
                <a:sym typeface="Open Sans 2 Semi-Bold Italics"/>
              </a:rPr>
              <a:t>Find what you are looking for or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i="1">
                <a:solidFill>
                  <a:srgbClr val="E31E23"/>
                </a:solidFill>
                <a:latin typeface="Open Sans 2 Semi-Bold Italics"/>
                <a:ea typeface="Open Sans 2 Semi-Bold Italics"/>
                <a:cs typeface="Open Sans 2 Semi-Bold Italics"/>
                <a:sym typeface="Open Sans 2 Semi-Bold Italics"/>
              </a:rPr>
              <a:t>discover new innovative projects.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4342" y="2625825"/>
            <a:ext cx="4011811" cy="1505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8000" b="1" dirty="0">
                <a:solidFill>
                  <a:srgbClr val="E10A0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VI HUB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0"/>
            <a:ext cx="18288000" cy="2361227"/>
          </a:xfrm>
          <a:custGeom>
            <a:avLst/>
            <a:gdLst/>
            <a:ahLst/>
            <a:cxnLst/>
            <a:rect l="l" t="t" r="r" b="b"/>
            <a:pathLst>
              <a:path w="18288000" h="2361227">
                <a:moveTo>
                  <a:pt x="0" y="0"/>
                </a:moveTo>
                <a:lnTo>
                  <a:pt x="18288000" y="0"/>
                </a:lnTo>
                <a:lnTo>
                  <a:pt x="18288000" y="2361227"/>
                </a:lnTo>
                <a:lnTo>
                  <a:pt x="0" y="23612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9870" r="-775" b="-80626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4333" y="-19050"/>
            <a:ext cx="20290897" cy="2383695"/>
          </a:xfrm>
          <a:custGeom>
            <a:avLst/>
            <a:gdLst/>
            <a:ahLst/>
            <a:cxnLst/>
            <a:rect l="l" t="t" r="r" b="b"/>
            <a:pathLst>
              <a:path w="20290897" h="2383695">
                <a:moveTo>
                  <a:pt x="0" y="0"/>
                </a:moveTo>
                <a:lnTo>
                  <a:pt x="20290897" y="0"/>
                </a:lnTo>
                <a:lnTo>
                  <a:pt x="20290897" y="2383695"/>
                </a:lnTo>
                <a:lnTo>
                  <a:pt x="0" y="2383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88" r="-7488" b="-22665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6758805" y="8734757"/>
            <a:ext cx="1398447" cy="1395650"/>
          </a:xfrm>
          <a:custGeom>
            <a:avLst/>
            <a:gdLst/>
            <a:ahLst/>
            <a:cxnLst/>
            <a:rect l="l" t="t" r="r" b="b"/>
            <a:pathLst>
              <a:path w="1398447" h="1395650">
                <a:moveTo>
                  <a:pt x="0" y="0"/>
                </a:moveTo>
                <a:lnTo>
                  <a:pt x="1398446" y="0"/>
                </a:lnTo>
                <a:lnTo>
                  <a:pt x="1398446" y="1395649"/>
                </a:lnTo>
                <a:lnTo>
                  <a:pt x="0" y="1395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473978"/>
            <a:ext cx="3770114" cy="129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  <a:spcBef>
                <a:spcPct val="0"/>
              </a:spcBef>
            </a:pPr>
            <a:r>
              <a:rPr lang="en-US" sz="7599" b="1">
                <a:solidFill>
                  <a:srgbClr val="FFFFFF"/>
                </a:solidFill>
                <a:latin typeface="Open Sans 2 Semi-Bold"/>
                <a:ea typeface="Open Sans 2 Semi-Bold"/>
                <a:cs typeface="Open Sans 2 Semi-Bold"/>
                <a:sym typeface="Open Sans 2 Semi-Bold"/>
              </a:rPr>
              <a:t>Meet Vi!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166837"/>
            <a:ext cx="5947165" cy="158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l">
              <a:lnSpc>
                <a:spcPts val="64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900" b="1" dirty="0">
                <a:solidFill>
                  <a:srgbClr val="E31E2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CUSTOMIZE </a:t>
            </a:r>
            <a:r>
              <a:rPr lang="en-US" sz="4900" b="1" dirty="0">
                <a:latin typeface="Open Sans 2 Bold"/>
                <a:ea typeface="Open Sans 2 Bold"/>
                <a:cs typeface="Open Sans 2 Bold"/>
                <a:sym typeface="Open Sans 2 Bold"/>
              </a:rPr>
              <a:t>your avatar!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6364" y="6667500"/>
            <a:ext cx="6604900" cy="120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Make your profile unique 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and recognizable.</a:t>
            </a:r>
          </a:p>
        </p:txBody>
      </p:sp>
      <p:sp>
        <p:nvSpPr>
          <p:cNvPr id="7" name="Freeform 7"/>
          <p:cNvSpPr/>
          <p:nvPr/>
        </p:nvSpPr>
        <p:spPr>
          <a:xfrm>
            <a:off x="9222386" y="5178690"/>
            <a:ext cx="6090721" cy="6090721"/>
          </a:xfrm>
          <a:custGeom>
            <a:avLst/>
            <a:gdLst/>
            <a:ahLst/>
            <a:cxnLst/>
            <a:rect l="l" t="t" r="r" b="b"/>
            <a:pathLst>
              <a:path w="6090721" h="6090721">
                <a:moveTo>
                  <a:pt x="0" y="0"/>
                </a:moveTo>
                <a:lnTo>
                  <a:pt x="6090722" y="0"/>
                </a:lnTo>
                <a:lnTo>
                  <a:pt x="6090722" y="6090721"/>
                </a:lnTo>
                <a:lnTo>
                  <a:pt x="0" y="6090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6759824" y="2006361"/>
            <a:ext cx="6090721" cy="6090721"/>
          </a:xfrm>
          <a:custGeom>
            <a:avLst/>
            <a:gdLst/>
            <a:ahLst/>
            <a:cxnLst/>
            <a:rect l="l" t="t" r="r" b="b"/>
            <a:pathLst>
              <a:path w="6090721" h="6090721">
                <a:moveTo>
                  <a:pt x="0" y="0"/>
                </a:moveTo>
                <a:lnTo>
                  <a:pt x="6090722" y="0"/>
                </a:lnTo>
                <a:lnTo>
                  <a:pt x="6090722" y="6090722"/>
                </a:lnTo>
                <a:lnTo>
                  <a:pt x="0" y="60907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1502420" y="2123804"/>
            <a:ext cx="6100246" cy="6100246"/>
          </a:xfrm>
          <a:custGeom>
            <a:avLst/>
            <a:gdLst/>
            <a:ahLst/>
            <a:cxnLst/>
            <a:rect l="l" t="t" r="r" b="b"/>
            <a:pathLst>
              <a:path w="6100246" h="6100246">
                <a:moveTo>
                  <a:pt x="0" y="0"/>
                </a:moveTo>
                <a:lnTo>
                  <a:pt x="6100246" y="0"/>
                </a:lnTo>
                <a:lnTo>
                  <a:pt x="6100246" y="6100247"/>
                </a:lnTo>
                <a:lnTo>
                  <a:pt x="0" y="61002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58805" y="8734757"/>
            <a:ext cx="1398447" cy="1395650"/>
          </a:xfrm>
          <a:custGeom>
            <a:avLst/>
            <a:gdLst/>
            <a:ahLst/>
            <a:cxnLst/>
            <a:rect l="l" t="t" r="r" b="b"/>
            <a:pathLst>
              <a:path w="1398447" h="1395650">
                <a:moveTo>
                  <a:pt x="0" y="0"/>
                </a:moveTo>
                <a:lnTo>
                  <a:pt x="1398446" y="0"/>
                </a:lnTo>
                <a:lnTo>
                  <a:pt x="1398446" y="1395649"/>
                </a:lnTo>
                <a:lnTo>
                  <a:pt x="0" y="139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981939" y="-2153198"/>
            <a:ext cx="19795113" cy="3086100"/>
            <a:chOff x="0" y="0"/>
            <a:chExt cx="5213528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13528" cy="812800"/>
            </a:xfrm>
            <a:custGeom>
              <a:avLst/>
              <a:gdLst/>
              <a:ahLst/>
              <a:cxnLst/>
              <a:rect l="l" t="t" r="r" b="b"/>
              <a:pathLst>
                <a:path w="5213528" h="812800">
                  <a:moveTo>
                    <a:pt x="0" y="0"/>
                  </a:moveTo>
                  <a:lnTo>
                    <a:pt x="5213528" y="0"/>
                  </a:lnTo>
                  <a:lnTo>
                    <a:pt x="521352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1E2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21352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6" name="Picture 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7152763" y="2599802"/>
            <a:ext cx="3417145" cy="740381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1537049" y="5448300"/>
            <a:ext cx="5920979" cy="266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58"/>
              </a:lnSpc>
            </a:pPr>
            <a:r>
              <a:rPr lang="en-US" sz="504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USER AND COMPANY</a:t>
            </a:r>
          </a:p>
          <a:p>
            <a:pPr>
              <a:lnSpc>
                <a:spcPts val="7058"/>
              </a:lnSpc>
            </a:pPr>
            <a:r>
              <a:rPr lang="en-US" sz="5041" b="1" dirty="0">
                <a:solidFill>
                  <a:srgbClr val="E31E2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GROW TOGHETER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2770508"/>
            <a:ext cx="6675982" cy="169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7893" lvl="1" indent="-528947" algn="l">
              <a:lnSpc>
                <a:spcPts val="6859"/>
              </a:lnSpc>
              <a:spcBef>
                <a:spcPct val="0"/>
              </a:spcBef>
              <a:buFont typeface="Arial"/>
              <a:buChar char="•"/>
            </a:pPr>
            <a:r>
              <a:rPr lang="en-US" sz="4899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Join a sustainable</a:t>
            </a:r>
            <a:r>
              <a:rPr lang="en-US" sz="4899" b="1" dirty="0">
                <a:solidFill>
                  <a:srgbClr val="E31E2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COMMUNITY</a:t>
            </a:r>
          </a:p>
        </p:txBody>
      </p:sp>
      <p:sp>
        <p:nvSpPr>
          <p:cNvPr id="9" name="Freeform 9"/>
          <p:cNvSpPr/>
          <p:nvPr/>
        </p:nvSpPr>
        <p:spPr>
          <a:xfrm>
            <a:off x="-1021328" y="-315592"/>
            <a:ext cx="19765329" cy="2321953"/>
          </a:xfrm>
          <a:custGeom>
            <a:avLst/>
            <a:gdLst/>
            <a:ahLst/>
            <a:cxnLst/>
            <a:rect l="l" t="t" r="r" b="b"/>
            <a:pathLst>
              <a:path w="19765329" h="2321953">
                <a:moveTo>
                  <a:pt x="0" y="0"/>
                </a:moveTo>
                <a:lnTo>
                  <a:pt x="19765329" y="0"/>
                </a:lnTo>
                <a:lnTo>
                  <a:pt x="19765329" y="2321953"/>
                </a:lnTo>
                <a:lnTo>
                  <a:pt x="0" y="23219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88" r="-7488" b="-22665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0" y="0"/>
            <a:ext cx="18288000" cy="2361227"/>
          </a:xfrm>
          <a:custGeom>
            <a:avLst/>
            <a:gdLst/>
            <a:ahLst/>
            <a:cxnLst/>
            <a:rect l="l" t="t" r="r" b="b"/>
            <a:pathLst>
              <a:path w="18288000" h="2361227">
                <a:moveTo>
                  <a:pt x="0" y="0"/>
                </a:moveTo>
                <a:lnTo>
                  <a:pt x="18288000" y="0"/>
                </a:lnTo>
                <a:lnTo>
                  <a:pt x="18288000" y="2361227"/>
                </a:lnTo>
                <a:lnTo>
                  <a:pt x="0" y="23612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9870" r="-775" b="-80626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58805" y="8734757"/>
            <a:ext cx="1398447" cy="1395650"/>
          </a:xfrm>
          <a:custGeom>
            <a:avLst/>
            <a:gdLst/>
            <a:ahLst/>
            <a:cxnLst/>
            <a:rect l="l" t="t" r="r" b="b"/>
            <a:pathLst>
              <a:path w="1398447" h="1395650">
                <a:moveTo>
                  <a:pt x="0" y="0"/>
                </a:moveTo>
                <a:lnTo>
                  <a:pt x="1398446" y="0"/>
                </a:lnTo>
                <a:lnTo>
                  <a:pt x="1398446" y="1395649"/>
                </a:lnTo>
                <a:lnTo>
                  <a:pt x="0" y="1395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1031036" y="-1145031"/>
            <a:ext cx="19795113" cy="3086100"/>
            <a:chOff x="0" y="0"/>
            <a:chExt cx="5213528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13528" cy="812800"/>
            </a:xfrm>
            <a:custGeom>
              <a:avLst/>
              <a:gdLst/>
              <a:ahLst/>
              <a:cxnLst/>
              <a:rect l="l" t="t" r="r" b="b"/>
              <a:pathLst>
                <a:path w="5213528" h="812800">
                  <a:moveTo>
                    <a:pt x="0" y="0"/>
                  </a:moveTo>
                  <a:lnTo>
                    <a:pt x="5213528" y="0"/>
                  </a:lnTo>
                  <a:lnTo>
                    <a:pt x="521352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31E2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21352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709140" y="3531983"/>
            <a:ext cx="5327373" cy="5327373"/>
          </a:xfrm>
          <a:custGeom>
            <a:avLst/>
            <a:gdLst/>
            <a:ahLst/>
            <a:cxnLst/>
            <a:rect l="l" t="t" r="r" b="b"/>
            <a:pathLst>
              <a:path w="5327373" h="5327373">
                <a:moveTo>
                  <a:pt x="0" y="0"/>
                </a:moveTo>
                <a:lnTo>
                  <a:pt x="5327372" y="0"/>
                </a:lnTo>
                <a:lnTo>
                  <a:pt x="5327372" y="5327373"/>
                </a:lnTo>
                <a:lnTo>
                  <a:pt x="0" y="53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828800" y="4431855"/>
            <a:ext cx="6716122" cy="352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7"/>
              </a:lnSpc>
            </a:pPr>
            <a:r>
              <a:rPr lang="en-US" sz="3991" b="1" dirty="0">
                <a:solidFill>
                  <a:srgbClr val="E31E2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Gain new</a:t>
            </a:r>
            <a:r>
              <a:rPr lang="en-US" sz="399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3991" b="1" dirty="0">
                <a:solidFill>
                  <a:srgbClr val="E10A0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badges </a:t>
            </a:r>
          </a:p>
          <a:p>
            <a:pPr algn="l">
              <a:lnSpc>
                <a:spcPts val="5587"/>
              </a:lnSpc>
            </a:pPr>
            <a:r>
              <a:rPr lang="en-US" sz="399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and showcase them! </a:t>
            </a:r>
          </a:p>
          <a:p>
            <a:pPr algn="l">
              <a:lnSpc>
                <a:spcPts val="5587"/>
              </a:lnSpc>
            </a:pPr>
            <a:endParaRPr lang="en-US" sz="3991" b="1" dirty="0">
              <a:solidFill>
                <a:srgbClr val="000000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  <a:p>
            <a:pPr algn="l">
              <a:lnSpc>
                <a:spcPts val="5587"/>
              </a:lnSpc>
              <a:spcBef>
                <a:spcPct val="0"/>
              </a:spcBef>
            </a:pPr>
            <a:r>
              <a:rPr lang="en-US" sz="3991" b="1" dirty="0">
                <a:solidFill>
                  <a:srgbClr val="E31E2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Scan the</a:t>
            </a:r>
            <a:r>
              <a:rPr lang="en-US" sz="399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3991" b="1" dirty="0">
                <a:solidFill>
                  <a:srgbClr val="E10A0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QR-codes</a:t>
            </a:r>
            <a:r>
              <a:rPr lang="en-US" sz="3991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in the Virgin facilities near you!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2703941"/>
            <a:ext cx="10709140" cy="828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7893" lvl="1" indent="-528947" algn="l">
              <a:lnSpc>
                <a:spcPts val="6859"/>
              </a:lnSpc>
              <a:spcBef>
                <a:spcPct val="0"/>
              </a:spcBef>
              <a:buFont typeface="Arial"/>
              <a:buChar char="•"/>
            </a:pPr>
            <a:r>
              <a:rPr lang="en-US" sz="4899" b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Interact with </a:t>
            </a:r>
            <a:r>
              <a:rPr lang="en-US" sz="4899" b="1">
                <a:solidFill>
                  <a:srgbClr val="E31E23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VIRGIN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18288000" cy="2361227"/>
          </a:xfrm>
          <a:custGeom>
            <a:avLst/>
            <a:gdLst/>
            <a:ahLst/>
            <a:cxnLst/>
            <a:rect l="l" t="t" r="r" b="b"/>
            <a:pathLst>
              <a:path w="18288000" h="2361227">
                <a:moveTo>
                  <a:pt x="0" y="0"/>
                </a:moveTo>
                <a:lnTo>
                  <a:pt x="18288000" y="0"/>
                </a:lnTo>
                <a:lnTo>
                  <a:pt x="18288000" y="2361227"/>
                </a:lnTo>
                <a:lnTo>
                  <a:pt x="0" y="2361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9870" r="-775" b="-80626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98376" y="3635165"/>
            <a:ext cx="3651052" cy="3651052"/>
          </a:xfrm>
          <a:custGeom>
            <a:avLst/>
            <a:gdLst/>
            <a:ahLst/>
            <a:cxnLst/>
            <a:rect l="l" t="t" r="r" b="b"/>
            <a:pathLst>
              <a:path w="3651052" h="3651052">
                <a:moveTo>
                  <a:pt x="0" y="0"/>
                </a:moveTo>
                <a:lnTo>
                  <a:pt x="3651052" y="0"/>
                </a:lnTo>
                <a:lnTo>
                  <a:pt x="3651052" y="3651053"/>
                </a:lnTo>
                <a:lnTo>
                  <a:pt x="0" y="3651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5376339" y="3635165"/>
            <a:ext cx="3944402" cy="3936513"/>
          </a:xfrm>
          <a:custGeom>
            <a:avLst/>
            <a:gdLst/>
            <a:ahLst/>
            <a:cxnLst/>
            <a:rect l="l" t="t" r="r" b="b"/>
            <a:pathLst>
              <a:path w="3944402" h="3936513">
                <a:moveTo>
                  <a:pt x="0" y="0"/>
                </a:moveTo>
                <a:lnTo>
                  <a:pt x="3944402" y="0"/>
                </a:lnTo>
                <a:lnTo>
                  <a:pt x="3944402" y="3936514"/>
                </a:lnTo>
                <a:lnTo>
                  <a:pt x="0" y="3936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2746455" y="3212890"/>
            <a:ext cx="12703842" cy="4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AA0213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Sustainability in Action: Empowering Activism Through Radical Collaboration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50561" y="7914579"/>
            <a:ext cx="3424644" cy="99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5"/>
              </a:lnSpc>
              <a:spcBef>
                <a:spcPct val="0"/>
              </a:spcBef>
            </a:pPr>
            <a:r>
              <a:rPr lang="en-US" sz="5847" b="1">
                <a:solidFill>
                  <a:srgbClr val="000000"/>
                </a:solidFill>
                <a:latin typeface="Flatory Sans Condensed Bold"/>
                <a:ea typeface="Flatory Sans Condensed Bold"/>
                <a:cs typeface="Flatory Sans Condensed Bold"/>
                <a:sym typeface="Flatory Sans Condensed Bold"/>
              </a:rPr>
              <a:t>THANK </a:t>
            </a:r>
            <a:r>
              <a:rPr lang="en-US" sz="5847" b="1">
                <a:solidFill>
                  <a:srgbClr val="E10A0A"/>
                </a:solidFill>
                <a:latin typeface="Flatory Sans Condensed Bold"/>
                <a:ea typeface="Flatory Sans Condensed Bold"/>
                <a:cs typeface="Flatory Sans Condensed Bold"/>
                <a:sym typeface="Flatory Sans Condensed Bold"/>
              </a:rPr>
              <a:t>YOU</a:t>
            </a:r>
            <a:r>
              <a:rPr lang="en-US" sz="5847" b="1">
                <a:solidFill>
                  <a:srgbClr val="000000"/>
                </a:solidFill>
                <a:latin typeface="Flatory Sans Condensed Bold"/>
                <a:ea typeface="Flatory Sans Condensed Bold"/>
                <a:cs typeface="Flatory Sans Condensed Bold"/>
                <a:sym typeface="Flatory Sans Condensed Bold"/>
              </a:rPr>
              <a:t>!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18288000" cy="2361227"/>
          </a:xfrm>
          <a:custGeom>
            <a:avLst/>
            <a:gdLst/>
            <a:ahLst/>
            <a:cxnLst/>
            <a:rect l="l" t="t" r="r" b="b"/>
            <a:pathLst>
              <a:path w="18288000" h="2361227">
                <a:moveTo>
                  <a:pt x="0" y="0"/>
                </a:moveTo>
                <a:lnTo>
                  <a:pt x="18288000" y="0"/>
                </a:lnTo>
                <a:lnTo>
                  <a:pt x="18288000" y="2361227"/>
                </a:lnTo>
                <a:lnTo>
                  <a:pt x="0" y="2361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9870" r="-775" b="-80626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2361227"/>
          </a:xfrm>
          <a:custGeom>
            <a:avLst/>
            <a:gdLst/>
            <a:ahLst/>
            <a:cxnLst/>
            <a:rect l="l" t="t" r="r" b="b"/>
            <a:pathLst>
              <a:path w="18288000" h="2361227">
                <a:moveTo>
                  <a:pt x="0" y="0"/>
                </a:moveTo>
                <a:lnTo>
                  <a:pt x="18288000" y="0"/>
                </a:lnTo>
                <a:lnTo>
                  <a:pt x="18288000" y="2361227"/>
                </a:lnTo>
                <a:lnTo>
                  <a:pt x="0" y="23612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79870" r="-775" b="-80626"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rcRect/>
          <a:stretch>
            <a:fillRect/>
          </a:stretch>
        </p:blipFill>
        <p:spPr>
          <a:xfrm>
            <a:off x="800427" y="3003595"/>
            <a:ext cx="3102058" cy="6721126"/>
          </a:xfrm>
          <a:prstGeom prst="rect">
            <a:avLst/>
          </a:prstGeom>
        </p:spPr>
      </p:pic>
      <p:pic>
        <p:nvPicPr>
          <p:cNvPr id="4" name="Picture 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rcRect/>
          <a:stretch>
            <a:fillRect/>
          </a:stretch>
        </p:blipFill>
        <p:spPr>
          <a:xfrm>
            <a:off x="4193515" y="3003595"/>
            <a:ext cx="3102058" cy="6721126"/>
          </a:xfrm>
          <a:prstGeom prst="rect">
            <a:avLst/>
          </a:prstGeom>
        </p:spPr>
      </p:pic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5"/>
          <a:srcRect/>
          <a:stretch>
            <a:fillRect/>
          </a:stretch>
        </p:blipFill>
        <p:spPr>
          <a:xfrm>
            <a:off x="7590848" y="3003595"/>
            <a:ext cx="3102058" cy="6721126"/>
          </a:xfrm>
          <a:prstGeom prst="rect">
            <a:avLst/>
          </a:prstGeom>
        </p:spPr>
      </p:pic>
      <p:pic>
        <p:nvPicPr>
          <p:cNvPr id="6" name="Picture 6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rcRect/>
          <a:stretch>
            <a:fillRect/>
          </a:stretch>
        </p:blipFill>
        <p:spPr>
          <a:xfrm>
            <a:off x="10988181" y="3003595"/>
            <a:ext cx="3102058" cy="6721126"/>
          </a:xfrm>
          <a:prstGeom prst="rect">
            <a:avLst/>
          </a:prstGeom>
        </p:spPr>
      </p:pic>
      <p:pic>
        <p:nvPicPr>
          <p:cNvPr id="7" name="Picture 7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7"/>
          <a:srcRect/>
          <a:stretch>
            <a:fillRect/>
          </a:stretch>
        </p:blipFill>
        <p:spPr>
          <a:xfrm>
            <a:off x="14385514" y="3003595"/>
            <a:ext cx="3102058" cy="6721126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-724333" y="-19050"/>
            <a:ext cx="20290897" cy="2383695"/>
          </a:xfrm>
          <a:custGeom>
            <a:avLst/>
            <a:gdLst/>
            <a:ahLst/>
            <a:cxnLst/>
            <a:rect l="l" t="t" r="r" b="b"/>
            <a:pathLst>
              <a:path w="20290897" h="2383695">
                <a:moveTo>
                  <a:pt x="0" y="0"/>
                </a:moveTo>
                <a:lnTo>
                  <a:pt x="20290897" y="0"/>
                </a:lnTo>
                <a:lnTo>
                  <a:pt x="20290897" y="2383695"/>
                </a:lnTo>
                <a:lnTo>
                  <a:pt x="0" y="23836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488" r="-7488" b="-22665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6314301" y="578868"/>
            <a:ext cx="5655151" cy="1160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799" b="1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7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66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100000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100000">
                <p:cTn id="2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100000">
                <p:cTn id="33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8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100000">
                <p:cTn id="39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4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90</Words>
  <Application>Microsoft Office PowerPoint</Application>
  <PresentationFormat>Personalizzato</PresentationFormat>
  <Paragraphs>24</Paragraphs>
  <Slides>8</Slides>
  <Notes>0</Notes>
  <HiddenSlides>0</HiddenSlides>
  <MMClips>7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6" baseType="lpstr">
      <vt:lpstr>Open Sans 1 Bold</vt:lpstr>
      <vt:lpstr>Open Sans 2 Bold</vt:lpstr>
      <vt:lpstr>Open Sans 2 Semi-Bold Italics</vt:lpstr>
      <vt:lpstr>Arial</vt:lpstr>
      <vt:lpstr>Open Sans 2 Semi-Bold</vt:lpstr>
      <vt:lpstr>Flatory Sans Condensed Bold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StartHack 25 - Virgin</dc:title>
  <cp:lastModifiedBy>Elettra Ventura</cp:lastModifiedBy>
  <cp:revision>4</cp:revision>
  <dcterms:created xsi:type="dcterms:W3CDTF">2006-08-16T00:00:00Z</dcterms:created>
  <dcterms:modified xsi:type="dcterms:W3CDTF">2025-03-21T02:17:03Z</dcterms:modified>
  <dc:identifier>DAGiM752KjE</dc:identifier>
</cp:coreProperties>
</file>